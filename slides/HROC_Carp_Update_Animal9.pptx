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week I got the whole deep-learning pipeline running on REAL Animal 9 data, end to end. I'll walk through what it does, show the first real results, and get your read on a few neuro calls. Everything before this was a synthetic proof-of-concept; this is the real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Reground everyone in the science. The bet hasn't changed: does the cortex change as the cord learns. Chad squeezed the simple correlation dry. The novel angle is watching the cortical representation MOVE across phases. Animal 9 is the first paired dataset that lets us even ask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framing: everything I showed before was synthetic, proving the machine works. This week it's real. Same code, real Animal 9 — 283k trials, both channels, three phases. From here on, every number is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Carp in the raw data. Each trial is a 30ms window at 5kHz with two simultaneous channels: the leg EMG (where the H-reflex is) and the cortical ECoG (the brain signal we model). Everything downstream is about relating these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trusting anything, we had to prove the decode. The averaged muscle trace shows the classic stimulus -&gt; M-wave -&gt; H-reflex sequence. We also corrected the lab's own format notes (they said big-endian; it's actually little-endian). This is the gate: if this looked like noise, nothing else would mean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phase labels were listed as an open blocker. I recovered them from the type-15 entries in the experimenter's log — markers like 'Start HRdown' and 'Stopped conditioning' — and mapped every trial by timestamp. Important: Animal 9 only ran Baseline, down-conditioning, and post. And I later verified against the real schema file, so the boundaries are solid.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H-reflex amplitude is the number Phase 2 predicts. Two things I want your read on later: the window (I'm using 6-9ms, which the log itself specifies and the data confirms) and the measure (mean rectified amplitude, which is your spec — robust to background activity, unlike a single peak).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 everything hangs on. The autoencoder replaces hand-picked features: it learns its own 48-number fingerprint of the cortical trace by having to compress and then rebuild the signal. Phase 1 is unsupervised — it never sees an H-reflex label. Phase 2 freezes that fingerprint and tests whether the H-reflex can be read off it. Think nonlinear PCA that discovers its own axes.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cheat sheet before the results. Fingerprint = the model's self-invented 48-number summary of the brain signal. R-squared = how much of the reflex it can explain, 0 to 1, we get 0.17. Drift = how far the average brain state moved from baseline. And the catch: some of that drift might be recording-setup, not learning. Keep these four in mind for the next three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the results with the behaviour, because it's the cleanest thing we have. Left: H/M ratio over time — flat at baseline, then a steady drop to about 0.18. That's textbook successful down-conditioning. Crucial point: we use H/M, not raw H, because the H-reflex depends on stimulus strength — and the right panel shows the stimulus drifted up over the same period. That's why an earlier raw-H plot looked backwards; it was plotting stimulus, not learning. This slide is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test a reviewer will demand. The worry: if the stimulus drove both the reflex and the cortex, the drift is meaningless. So we regress the M-wave out of the brain fingerprint and recompute. The grey and purple lines sit right on top of each other — removing the stimulus barely changes the drift. So the cortical change is real, not a stimulus artifact. Honest caveat: the drift is largest at conditioning onset and then eases, so the cortex is reacting to the task rather than tracking the reflex size step for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prediction result, done honestly. We ask how much of the reflex each thing explains. The stimulus alone explains 0.20 — that's the confound, and it's the biggest piece. The cortex on its own is only 0.05. And when we remove the stimulus, the cortex's unique contribution is 0.04 — small, but it survives the control, so it's genuinely there. Important honesty point: the 0.17 I showed earlier was inflated because the cortical window contains a stimulus-evoked response; once you control for the stimulus, the real cortex-to-reflex link is modest.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honest read: the infrastructure is the big win — real data end to end, reproducible, and it was genuinely the hard part. The first signal is promising, above chance, with a visible drift. But it's not yet a claim: the confound, statistics, and more animals stand between us and a result. Strong foundation, honest about where it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plan, and why it scales. Near term: resolve the baseline confound and add real statistics to the drift. Then the leverage — there are ~14 conditioned animals in the Drive. The pipeline pools them, so each one sharpens the result. And up-conditioning and freely-running animals are natural controls: they should drift in the opposite direction, or barely at all. That's how we turn today's foundation into 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the conversation over. The two that actually block me are the first two: how to define a clean baseline given the setup confound, and confirming the H-reflex label. Then the bigger-picture ones: what controls would convince you it's real, and which animals to prioritize. Everything's on GitHub for you and Tarun.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822960"/>
            <a:ext cx="1371600" cy="1371600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1554480"/>
            <a:ext cx="914400" cy="914400"/>
          </a:xfrm>
          <a:prstGeom prst="ellipse">
            <a:avLst/>
          </a:prstGeom>
          <a:solidFill>
            <a:srgbClr val="0D9488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HROC · NCAN · Deep-Learning Track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cortex change as the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spinal cord learns?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49808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real-data results — Animal 9 through the full pipeline, end to end.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Suchith Rao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 prepared for Dr. Carp    •    July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BET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question, in one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paradigm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871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81635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spinal H-reflex (a leg-muscle reflex) without training.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6758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Down-conditioning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400507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the animal for making the reflex smaller. The spinal cord slowly learns.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489204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864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519379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record cortex (ECoG) at the same time — and ask if IT changes too.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1737360"/>
            <a:ext cx="5120640" cy="4480560"/>
          </a:xfrm>
          <a:prstGeom prst="roundRect">
            <a:avLst>
              <a:gd name="adj" fmla="val 1837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here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251460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 already published the simple link —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reflex goes down, ECoG activity shifts. That correlation is done.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2084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new question: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402336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900" b="1" i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brain's internal representation drift across conditioning — a cortical fingerprint of learning that's never been shown?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synthetic demo to real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ran on synthetic (fake) data shaped like Animal 9 — enough to prove the machine works, but not a scientific result.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pipeline is trained on the real Animal 9 recordings — decoded, phase-labeled, and run end to end.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438912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283,315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" y="5257800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trials decoded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370832" y="411480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70832" y="438912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370832" y="5257800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 phases recovered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101584" y="411480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01584" y="438912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101584" y="5257800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+ muscle channels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trial actually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9's recordings live in a 2006 lab database. Each stimulus creates one trial — a 30-millisecond snapshot, sampled 5,000 times a second, on two electrodes at once: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260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9443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— EMG (soleus)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leg-muscle response to the stimulus. This is where the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H-reflex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lives — the thing conditioning trains.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our prediction target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265176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92608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29443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— ECoG (cortex surface)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365760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activity from the surface of the motor cortex, recorded at the very same moment as the muscle. This is the brain signal we study.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4652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model's input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3 · GETTING TO REAL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First: prove we're reading the signal right</a:t>
            </a:r>
            <a:endParaRPr lang="en-US" sz="3000" dirty="0"/>
          </a:p>
        </p:txBody>
      </p:sp>
      <p:pic>
        <p:nvPicPr>
          <p:cNvPr id="4" name="Image 0" descr="outputs/inspect/emg_reflex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74520"/>
            <a:ext cx="7498080" cy="26778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50292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 is a 20-year-old binary format. We confirmed the decode by averaging the muscle channel: it shows the textbook shape — a stimulus artifact, then the M-wave (2–4 ms), then the H-reflex (~6–7 ms). Real physiology, not noise.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321040" y="1965960"/>
            <a:ext cx="3200400" cy="3566160"/>
          </a:xfrm>
          <a:prstGeom prst="roundRect">
            <a:avLst>
              <a:gd name="adj" fmla="val 2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4964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took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49640" y="260604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2.3 GB database locally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Cracked the byte format (it was mislabeled in the lab docs)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channel A = muscle, B = brain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textbook M / H timing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3 · GETTING TO REAL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the conditioning phases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the experimenter's own typed log from 2006 to find when each phase began — then tagged all 283k trials by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53872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743200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3447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149,064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conditioning onset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2514600"/>
            <a:ext cx="353872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6552" y="2743200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Down-cond early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16552" y="3200400"/>
            <a:ext cx="3447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71,743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07992" y="402336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 underway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1584" y="2514600"/>
            <a:ext cx="353872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47304" y="2743200"/>
            <a:ext cx="3447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Down-cond late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47304" y="3200400"/>
            <a:ext cx="3447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62,508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38744" y="402336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fully developed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523036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boundaries: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log's “stopped conditioning” note is misleading — the reflex keeps dropping long after it, so conditioning actually continued. We anchor the boundary on the documented conditioning ONSET and split early/late by time.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3 · GETTING TO REAL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what we predict: the H-reflex size</a:t>
            </a:r>
            <a:endParaRPr lang="en-US" sz="3000" dirty="0"/>
          </a:p>
        </p:txBody>
      </p:sp>
      <p:pic>
        <p:nvPicPr>
          <p:cNvPr id="4" name="Image 0" descr="outputs/validate/avg_em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658368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920240"/>
            <a:ext cx="3749040" cy="3840480"/>
          </a:xfrm>
          <a:prstGeom prst="roundRect">
            <a:avLst>
              <a:gd name="adj" fmla="val 219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01000" y="256032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ms — the experimenter's log says exactly that, and it matches what we measured.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01000" y="37033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rectified amplitude in that window — your spec, not a single fragile peak.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01000" y="50292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band = the H-reflex window on the real grand-average.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IN PLAIN WORDS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'cortical fingerprint' of each trial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hand-picking features, the model learns its own compact summary of the brain signal — call it a fingerprint (48 numbers per trial). It's trained in two stages: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34924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907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fingerprint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compresses each brain trace down to 48 numbers, then rebuilds the original from them. To succeed, those numbers must capture the real structure of the signal.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5394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used here — it never sees the H-reflex.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2606040"/>
            <a:ext cx="5349240" cy="3429000"/>
          </a:xfrm>
          <a:prstGeom prst="roundRect">
            <a:avLst>
              <a:gd name="adj" fmla="val 2400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8803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2907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 it captured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35204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freeze the fingerprint so it can't change, then attach a small predictor and ask: can you read the leg's H-reflex size from the brain fingerprint alone?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46520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the brain signal genuinely carries H-reflex information.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— A QUICK CHEAT SHEET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the next three slides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93976"/>
            <a:ext cx="201168" cy="20116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02082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fingerprint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numbers the model invents to summarize each brain trace. Nobody tells it what to look for — it finds its own summary.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01968" y="209397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931152" y="202082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(a 0-to-1 score)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606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reflex the fingerprint can explain. 0 = nothing, 1 = perfect. After controlling for the stimulus it's ~0.04 — small but real.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2688" y="4379976"/>
            <a:ext cx="201168" cy="20116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4" name="Text 12"/>
          <p:cNvSpPr/>
          <p:nvPr/>
        </p:nvSpPr>
        <p:spPr>
          <a:xfrm>
            <a:off x="1261872" y="430682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4892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the average brain state has moved from where it started at Baseline. A bigger number means the representation changed more.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09360" y="40690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EF3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01968" y="4379976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931152" y="430682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M-wave control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9400" y="4892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reflex depends on stimulus strength. We divide by (or remove) the M-wave everywhere, so we measure learning, not stimulus.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· THE BEHAVIOUR IS REAL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Down-conditioning worked — the textbook curve</a:t>
            </a:r>
            <a:endParaRPr lang="en-US" sz="3000" dirty="0"/>
          </a:p>
        </p:txBody>
      </p:sp>
      <p:pic>
        <p:nvPicPr>
          <p:cNvPr id="4" name="Image 0" descr="outputs/confound/learning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828800"/>
            <a:ext cx="7315200" cy="259404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920240"/>
            <a:ext cx="3429000" cy="3794760"/>
          </a:xfrm>
          <a:prstGeom prst="roundRect">
            <a:avLst>
              <a:gd name="adj" fmla="val 2400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6676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H/M, not raw 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366760" y="25603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reflex (H) depends on how hard you stimulate. So we divide by the M-wave — the direct-muscle response in the same trace — exactly as the Wolpaw lab does.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366760" y="41148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H/M falls 1.17 → 0.59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(median down to 0.18). Right panel: the stimulus drifted UP over the same weeks — which is exactly why raw H is invalid.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· THE TEST THAT SETTLES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cortical drift survive the stimulus?</a:t>
            </a:r>
            <a:endParaRPr lang="en-US" sz="3000" dirty="0"/>
          </a:p>
        </p:txBody>
      </p:sp>
      <p:pic>
        <p:nvPicPr>
          <p:cNvPr id="4" name="Image 0" descr="outputs/confound/drift_confound_contro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783080"/>
            <a:ext cx="6110935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920240"/>
            <a:ext cx="3931920" cy="3931920"/>
          </a:xfrm>
          <a:prstGeom prst="roundRect">
            <a:avLst>
              <a:gd name="adj" fmla="val 2093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control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25603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mathematically remove the M-wave (stimulus) from the brain fingerprint, then re-measure the drift.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63840" y="365760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lines barely move apart.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cortical drift is NOT a stimulus artifact — it's real.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63840" y="47548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the shift is biggest at conditioning onset, not steadily growing — cortex reacts to the new task, doesn't simply mirror reflex size.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· READING THE REFLEX FROM CORTEX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the brain predict the reflex? A little — honestly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how much of the reflex each source explains, using the same M-wave control. Three numbers, side by side: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38728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651760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 alone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(M-wave → reflex)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stimulus explains most of it. This is the confound.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2331720"/>
            <a:ext cx="3538728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70832" y="2651760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53712" y="361188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Cortex, raw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(fingerprint → reflex)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99432" y="4526280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link on its own.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2331720"/>
            <a:ext cx="3538728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01584" y="2651760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284464" y="361188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Cortex, stimulus removed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30184" y="4526280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the control — small but genuinely there.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R²≈0.17 was inflated — it rode on shared stimulus variance. The honest cortex-only contribution is ~0.04.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this good progress? My honest scorecard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38728" cy="41148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+ behaviour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end to end, and the behaviour is textbook: down-conditioning worked (H/M fell to ~0.18). Reproducible on a laptop.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0832" y="1828800"/>
            <a:ext cx="3538728" cy="41148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10312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BUT MODEST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Cortical effect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3832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cortical drift survives removing the stimulus — not an artifact. But the cortex→reflex link is small (~0.04) and onset-driven.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01584" y="1828800"/>
            <a:ext cx="3538728" cy="41148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10312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75904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publishable claim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75904" y="33832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 animals, up-conditioning controls, and statistics on the drift. One animal, one direction — a strong foundation, not a result.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— and it scales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9 is 1 of ~14 conditioned animals sitting in the Drive. The pipeline is built to pool them — every new animal makes the drift result stronger.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706624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63347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baseline confound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486400" y="2633472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'Baseline' to post-setup trials; regress out raw reflex size. Does the drift survive?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56432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48456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5753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statistics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0" y="3575304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the drift — a within-baseline split should drift ~0. Is 28.5 vs 5.0 real?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398264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51713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more animals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0" y="4517136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6, 10, 11, 12, 13… one at a time, watching for animal-identity confounds.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340096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5321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4589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controls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486400" y="545896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Up-conditioning animals should drift the other way; freely-running should barely drift.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NEED YOUR READ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neuro calls — not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945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2128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276148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setup-period confound, how should we define a clean behavioral baseline for Animal 9?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1945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2128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H-reflex label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6248" y="276148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Confirm: mean rectified amplitude, 6–9 ms window — is that the measure you want us predicting?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3434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361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convince you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4128" y="491032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controls make the cortical drift believable — up-conditioning reversing it? freely-running as a null?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3434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361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animals next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6248" y="491032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~14 in the Drive, which should we prioritize converting and pooling?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all figures on GitHub — happy to add you and Tarun as collaborators.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HROC — Cortical Correlates of H-reflex Conditioning (Animal 9)</dc:title>
  <dc:subject>PptxGenJS Presentation</dc:subject>
  <dc:creator>Suchith Rao</dc:creator>
  <cp:lastModifiedBy>Suchith Rao</cp:lastModifiedBy>
  <cp:revision>1</cp:revision>
  <dcterms:created xsi:type="dcterms:W3CDTF">2026-07-08T16:56:16Z</dcterms:created>
  <dcterms:modified xsi:type="dcterms:W3CDTF">2026-07-08T16:56:16Z</dcterms:modified>
</cp:coreProperties>
</file>